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931920"/>
            <a:ext cx="4114800" cy="4114800"/>
          </a:xfrm>
          <a:prstGeom prst="ellipse">
            <a:avLst/>
          </a:prstGeom>
          <a:solidFill>
            <a:srgbClr val="E8622C">
              <a:alpha val="18000"/>
            </a:srgbClr>
          </a:solidFill>
          <a:ln/>
        </p:spPr>
      </p:sp>
      <p:pic>
        <p:nvPicPr>
          <p:cNvPr id="4" name="Image 0" descr="unpacked_orig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8912"/>
            <a:ext cx="566928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4389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16736" y="731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1050" dirty="0"/>
          </a:p>
        </p:txBody>
      </p:sp>
      <p:pic>
        <p:nvPicPr>
          <p:cNvPr id="7" name="Image 1" descr="unpacked_orig/ppt/media/image-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2" y="502920"/>
            <a:ext cx="1417320" cy="6766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 PRESENTATION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4360" y="205740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AI Innovation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640080" y="3703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Guided, Hands-On Introduction to Applied Artificial Intelligence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4343400"/>
            <a:ext cx="3483864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804672" y="443484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04672" y="47091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Yasir Abbas Naqvi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352544" y="4343400"/>
            <a:ext cx="3483864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517136" y="443484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17136" y="47091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CS-2410030883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5008" y="4343400"/>
            <a:ext cx="3483864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0" y="443484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229600" y="47091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Semester 5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0080" y="5257800"/>
            <a:ext cx="3483864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804672" y="534924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ROLE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04672" y="56235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352544" y="5257800"/>
            <a:ext cx="3483864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4517136" y="534924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517136" y="56235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8065008" y="5257800"/>
            <a:ext cx="3483864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229600" y="534924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229600" y="56235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9659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228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6" name="Image 0" descr="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8483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26334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Internship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99923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and the Virtual AI Innovation Intern role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611880" cy="19659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2283F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12" name="Image 1" descr="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08483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17720" y="26334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Overview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7720" y="299923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involves, day to day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0" y="1737360"/>
            <a:ext cx="3611880" cy="19659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2283F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1965960"/>
            <a:ext cx="502920" cy="50292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18" name="Image 2" descr="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08483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58200" y="26334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Concepts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58200" y="299923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data analysis, and model evaluation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977640"/>
            <a:ext cx="3611880" cy="19659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2283F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24" name="Image 3" descr="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25112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74720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77240" y="48737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&amp; Environment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77240" y="523951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guidance and support are structured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89120" y="3977640"/>
            <a:ext cx="3611880" cy="19659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2283F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17720" y="4206240"/>
            <a:ext cx="502920" cy="50292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30" name="Image 4" descr="icons/trend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325112"/>
            <a:ext cx="265176" cy="26517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15200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4617720" y="48737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Learning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617720" y="523951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experience gained along the way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29600" y="3977640"/>
            <a:ext cx="3611880" cy="19659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2283F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58200" y="4206240"/>
            <a:ext cx="502920" cy="50292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36" name="Image 5" descr="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4325112"/>
            <a:ext cx="265176" cy="26517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155680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8458200" y="48737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&amp; Conduct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458200" y="523951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and compliance expectations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Internship  |  YuvaIntern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27889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and the Virtual AI Innovation Intern role</a:t>
            </a:r>
            <a:endParaRPr lang="en-US" sz="1600" dirty="0"/>
          </a:p>
        </p:txBody>
      </p:sp>
      <p:pic>
        <p:nvPicPr>
          <p:cNvPr id="6" name="Image 0" descr="unpacked_orig/ppt/media/image-1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255" y="548640"/>
            <a:ext cx="15544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YuvaIntern &amp; This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60520"/>
          </a:xfrm>
          <a:prstGeom prst="rect">
            <a:avLst/>
          </a:prstGeom>
          <a:solidFill>
            <a:srgbClr val="12283F"/>
          </a:solidFill>
          <a:ln/>
        </p:spPr>
      </p:sp>
      <p:pic>
        <p:nvPicPr>
          <p:cNvPr id="5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YuvaIntern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is a virtual internship platform that connects students with structured, mentor-guided project experience across emerging technology domains, including applied AI.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3891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students new to the field, the program is built around the core concepts of the Artificial Intelligence Course.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Role Is For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457200" cy="457200"/>
          </a:xfrm>
          <a:prstGeom prst="ellipse">
            <a:avLst/>
          </a:prstGeom>
          <a:solidFill>
            <a:srgbClr val="F4F6F8"/>
          </a:solidFill>
          <a:ln w="15875">
            <a:solidFill>
              <a:srgbClr val="E8622C"/>
            </a:solidFill>
            <a:prstDash val="solid"/>
          </a:ln>
        </p:spPr>
      </p:sp>
      <p:pic>
        <p:nvPicPr>
          <p:cNvPr id="11" name="Image 1" descr="icons/award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494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21305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 by Design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903720" y="244144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guided, supportive environment built specifically for those new to artificial intelligence.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63640" y="3364992"/>
            <a:ext cx="457200" cy="457200"/>
          </a:xfrm>
          <a:prstGeom prst="ellipse">
            <a:avLst/>
          </a:prstGeom>
          <a:solidFill>
            <a:srgbClr val="F4F6F8"/>
          </a:solidFill>
          <a:ln w="15875">
            <a:solidFill>
              <a:srgbClr val="E8622C"/>
            </a:solidFill>
            <a:prstDash val="solid"/>
          </a:ln>
        </p:spPr>
      </p:sp>
      <p:pic>
        <p:nvPicPr>
          <p:cNvPr id="15" name="Image 2" descr="icons/book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346557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33467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Coursework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903720" y="36576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on concepts from the Artificial Intelligence Course, applied to real project work.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4581144"/>
            <a:ext cx="457200" cy="457200"/>
          </a:xfrm>
          <a:prstGeom prst="ellipse">
            <a:avLst/>
          </a:prstGeom>
          <a:solidFill>
            <a:srgbClr val="F4F6F8"/>
          </a:solidFill>
          <a:ln w="15875">
            <a:solidFill>
              <a:srgbClr val="E8622C"/>
            </a:solidFill>
            <a:prstDash val="solid"/>
          </a:ln>
        </p:spPr>
      </p:sp>
      <p:pic>
        <p:nvPicPr>
          <p:cNvPr id="19" name="Image 3" descr="icons/targe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468172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45628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Business Challenges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903720" y="487375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scenario-based tasks that mirror real industry problems.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Internship  |  YuvaIntern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ROLE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Will Work 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Virtual AI Innovation Intern, my work centers on supporting the development, testing, and documentation of AI-based solutions for simulated business challenges.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214884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1228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048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523744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&amp; Test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429000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development and testing of AI-based solutions built for simulated business challenges.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33672" y="2148840"/>
            <a:ext cx="3429000" cy="214884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12283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24048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filetex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523744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9704" y="30632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Solutions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89704" y="3429000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in documenting AI-based approaches clearly, so work can be reviewed and reused.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18704" y="2148840"/>
            <a:ext cx="3429000" cy="214884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12283F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74736" y="24048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bar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523744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74736" y="30632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 &amp; Data Analysis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174736" y="3429000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apply machine learning techniques and data analysis to project tasks.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572000"/>
            <a:ext cx="3429000" cy="214884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12283F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8280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946904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548640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04672" y="5852160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in evaluating how well models perform against project goals.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33672" y="4572000"/>
            <a:ext cx="3429000" cy="214884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12283F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9704" y="48280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icons/messa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946904"/>
            <a:ext cx="265176" cy="2651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89704" y="548640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Improvements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489704" y="5852160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ideas in brainstorming sessions focused on process improvements.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918704" y="4572000"/>
            <a:ext cx="3429000" cy="214884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12283F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74736" y="48280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icons/us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4946904"/>
            <a:ext cx="265176" cy="26517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74736" y="548640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Mentors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174736" y="5852160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all of the above under the guidance of experienced mentors.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Internship  |  YuvaIntern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AI Concepts Applied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is centered on the concepts from the Artificial Intelligence Course, applied directly to project work.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66928" cy="566928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622C"/>
            </a:solidFill>
            <a:prstDash val="solid"/>
          </a:ln>
        </p:spPr>
      </p:sp>
      <p:pic>
        <p:nvPicPr>
          <p:cNvPr id="6" name="Image 0" descr="icons/layer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7627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Techniques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94960" y="2478024"/>
            <a:ext cx="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2176272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foundational ML approaches to simulated business problems.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622C"/>
            </a:solidFill>
            <a:prstDash val="solid"/>
          </a:ln>
        </p:spPr>
      </p:sp>
      <p:pic>
        <p:nvPicPr>
          <p:cNvPr id="11" name="Image 1" descr="icons/barchar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13639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394960" y="3438144"/>
            <a:ext cx="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0" y="3136392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 to surface patterns that inform AI-based solutions.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66928" cy="566928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622C"/>
            </a:solidFill>
            <a:prstDash val="solid"/>
          </a:ln>
        </p:spPr>
      </p:sp>
      <p:pic>
        <p:nvPicPr>
          <p:cNvPr id="16" name="Image 2" descr="icons/targe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5196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0965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Evaluation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394960" y="4398264"/>
            <a:ext cx="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669280" y="4096512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Assisting in assessing how effectively a model addresses the task at hand.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5074920"/>
            <a:ext cx="566928" cy="566928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E8622C"/>
            </a:solidFill>
            <a:prstDash val="solid"/>
          </a:ln>
        </p:spPr>
      </p:sp>
      <p:pic>
        <p:nvPicPr>
          <p:cNvPr id="21" name="Image 3" descr="icons/message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505663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394960" y="5358384"/>
            <a:ext cx="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669280" y="5056632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to brainstorming sessions aimed at refining how solutions are built.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Internship  |  YuvaIntern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ENVIRONMENT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Mentorship &amp; Working Environment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416052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5" name="Image 0" descr="icons/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Guided, Not Solo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under the guidance of experienced mentors throughout the internship — every task, from applying ML techniques to evaluating model performance, is supported rather than self-taught.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is intentionally supportive — built for beginners to build foundational AI skills with confidence.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90195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17556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675120" y="211226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AI skills built through practical, applied work — not theory alone.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89320" y="31363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3255264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75120" y="3108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Structure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675120" y="346557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environment designed specifically to help beginners succeed.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989320" y="44897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icons/messa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4608576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5120" y="44622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Input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675120" y="48188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brainstorming sessions to shape process improvements together.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Internship  |  YuvaIntern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GROWTH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Learning Opportunities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the duration of the internship, I will have the opportunity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178308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1228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7" name="Image 0" descr="icons/aw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774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219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Practical Skills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587752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hands-on capability in applied AI tools and techniques — from data analysis to model evaluation.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0" y="1965960"/>
            <a:ext cx="5120640" cy="178308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12283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2240280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12" name="Image 1" descr="icons/tren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774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2219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949440" y="2587752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directly on simulated business tasks and projects that mirror real industry challenges.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120640" cy="178308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12283F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17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2793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Mentors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4645152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structured guidance from experienced mentors at every stage of the internship.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43600" y="4023360"/>
            <a:ext cx="5120640" cy="178308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12283F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17920" y="4297680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22" name="Image 3" descr="icons/filetex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4348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42793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Portfolio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949440" y="4645152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documented, presentable project work — like this deliverable — to showcase capability.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Internship  |  YuvaIntern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PROFESSIONAL CONDUCT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&amp; Confidentiality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1148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6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Agreement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part of joining the team, I may be required to sign a confidentiality or non-disclosure agreement (NDA) to protect project and organizational information.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80760" y="1737360"/>
            <a:ext cx="5212080" cy="41148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40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2788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Compliance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46520" y="324612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expected to comply with all applicable company policies and regulations, which will be provided upon commencement of the internship.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Internship  |  YuvaIntern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960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01952"/>
            <a:ext cx="548640" cy="54864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6" name="Image 0" descr="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391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0136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Foundational Start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800600" y="1801368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Artificial Intelligence Course concepts, this role is a structured first step into applied AI.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0881360" cy="960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11" name="Image 1" descr="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546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916936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Applied Work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00600" y="2916936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Development, testing, documentation, and evaluation of AI solutions for simulated business challenges.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22776"/>
            <a:ext cx="10881360" cy="960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133088"/>
            <a:ext cx="548640" cy="54864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16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7024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3250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Mentor-Guided Growth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800600" y="4032504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supported by experienced mentors, in an environment designed for beginners.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038344"/>
            <a:ext cx="10881360" cy="960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48656"/>
            <a:ext cx="548640" cy="54864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21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858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1480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by Design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800600" y="5148072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and policy compliance are part of working like a real team from day one.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Internship  |  YuvaIntern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E8622C">
              <a:alpha val="16000"/>
            </a:srgbClr>
          </a:solidFill>
          <a:ln/>
        </p:spPr>
      </p:sp>
      <p:pic>
        <p:nvPicPr>
          <p:cNvPr id="4" name="Image 0" descr="unpacked_orig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66928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4572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16736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1050" dirty="0"/>
          </a:p>
        </p:txBody>
      </p:sp>
      <p:pic>
        <p:nvPicPr>
          <p:cNvPr id="7" name="Image 1" descr="unpacked_orig/ppt/media/image-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17320"/>
            <a:ext cx="1828800" cy="7589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4231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548640" y="32461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" y="41148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Yasir Abbas Naqvi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  |  YuvaIntern  |  Roll No. CS-2410030883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477316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B.Tech CSE, Semester 5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2026-09-09T10:29:16Z</dcterms:created>
  <dcterms:modified xsi:type="dcterms:W3CDTF">2026-09-09T10:29:16Z</dcterms:modified>
</cp:coreProperties>
</file>